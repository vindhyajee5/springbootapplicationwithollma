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21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AI-Driven DevSecOps + GitOps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Spring Boot | Docker | GitHub Actions | Trivy | Ollama | ArgoCD |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Level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100" dirty="0"/>
              <a:t>Developer Push Code</a:t>
            </a:r>
          </a:p>
          <a:p>
            <a:r>
              <a:rPr sz="1100" dirty="0"/>
              <a:t>↓</a:t>
            </a:r>
          </a:p>
          <a:p>
            <a:r>
              <a:rPr sz="1100" dirty="0"/>
              <a:t>GitHub Actions (CI Pipeline)</a:t>
            </a:r>
          </a:p>
          <a:p>
            <a:r>
              <a:rPr sz="1100" dirty="0"/>
              <a:t>↓</a:t>
            </a:r>
          </a:p>
          <a:p>
            <a:r>
              <a:rPr sz="1100" dirty="0"/>
              <a:t>Build Docker Image</a:t>
            </a:r>
          </a:p>
          <a:p>
            <a:r>
              <a:rPr sz="1100" dirty="0"/>
              <a:t>↓</a:t>
            </a:r>
          </a:p>
          <a:p>
            <a:r>
              <a:rPr sz="1100" dirty="0" err="1"/>
              <a:t>Trivy</a:t>
            </a:r>
            <a:r>
              <a:rPr sz="1100" dirty="0"/>
              <a:t> Security Scan</a:t>
            </a:r>
          </a:p>
          <a:p>
            <a:r>
              <a:rPr sz="1100" dirty="0"/>
              <a:t>↓</a:t>
            </a:r>
          </a:p>
          <a:p>
            <a:r>
              <a:rPr sz="1100" dirty="0"/>
              <a:t>Ollama AI Vulnerability Analysis</a:t>
            </a:r>
          </a:p>
          <a:p>
            <a:r>
              <a:rPr sz="1100" dirty="0"/>
              <a:t>↓</a:t>
            </a:r>
          </a:p>
          <a:p>
            <a:r>
              <a:rPr sz="1100" dirty="0"/>
              <a:t>Auto Generate Fix PR</a:t>
            </a:r>
          </a:p>
          <a:p>
            <a:r>
              <a:rPr sz="1100" dirty="0"/>
              <a:t>↓</a:t>
            </a:r>
          </a:p>
          <a:p>
            <a:r>
              <a:rPr sz="1100" dirty="0"/>
              <a:t>Merge &amp; Rebuild</a:t>
            </a:r>
          </a:p>
          <a:p>
            <a:r>
              <a:rPr sz="1100" dirty="0"/>
              <a:t>↓</a:t>
            </a:r>
          </a:p>
          <a:p>
            <a:r>
              <a:rPr sz="1100" dirty="0"/>
              <a:t>Push Image to </a:t>
            </a:r>
            <a:r>
              <a:rPr sz="1100" dirty="0" err="1"/>
              <a:t>DockerHub</a:t>
            </a:r>
            <a:endParaRPr sz="1100" dirty="0"/>
          </a:p>
          <a:p>
            <a:r>
              <a:rPr sz="1100" dirty="0"/>
              <a:t>↓</a:t>
            </a:r>
          </a:p>
          <a:p>
            <a:r>
              <a:rPr sz="1100" dirty="0" err="1"/>
              <a:t>ArgoCD</a:t>
            </a:r>
            <a:r>
              <a:rPr sz="1100" dirty="0"/>
              <a:t> Detects Change (</a:t>
            </a:r>
            <a:r>
              <a:rPr sz="1100" dirty="0" err="1"/>
              <a:t>GitOps</a:t>
            </a:r>
            <a:r>
              <a:rPr sz="1100" dirty="0"/>
              <a:t>)</a:t>
            </a:r>
          </a:p>
          <a:p>
            <a:r>
              <a:rPr sz="1100" dirty="0"/>
              <a:t>↓</a:t>
            </a:r>
          </a:p>
          <a:p>
            <a:r>
              <a:rPr sz="1100" dirty="0"/>
              <a:t>Deploy to Kubernetes</a:t>
            </a:r>
          </a:p>
          <a:p>
            <a:r>
              <a:rPr sz="1100" dirty="0"/>
              <a:t>↓</a:t>
            </a:r>
          </a:p>
          <a:p>
            <a:r>
              <a:rPr sz="1100" dirty="0" err="1"/>
              <a:t>Trivy</a:t>
            </a:r>
            <a:r>
              <a:rPr sz="1100" dirty="0"/>
              <a:t> Operator Runtime Scan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 Pipeline Flow (GitHub Actions)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Checkout Code</a:t>
            </a:r>
          </a:p>
          <a:p>
            <a:r>
              <a:t>2. Setup Java</a:t>
            </a:r>
          </a:p>
          <a:p>
            <a:r>
              <a:t>3. Build JAR (Maven)</a:t>
            </a:r>
          </a:p>
          <a:p>
            <a:r>
              <a:t>4. Build Docker Image</a:t>
            </a:r>
          </a:p>
          <a:p>
            <a:r>
              <a:t>5. Run Trivy Scan (JSON Output)</a:t>
            </a:r>
          </a:p>
          <a:p>
            <a:r>
              <a:t>6. Send Report to Ollama</a:t>
            </a:r>
          </a:p>
          <a:p>
            <a:r>
              <a:t>7. Generate AI Fix Suggestions</a:t>
            </a:r>
          </a:p>
          <a:p>
            <a:r>
              <a:t>8. Create Pull Request Automatically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 &amp; GitOps Flow (ArgoCD)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 Merged to Main Branch</a:t>
            </a:r>
          </a:p>
          <a:p>
            <a:r>
              <a:t>2. Image Rebuilt &amp; Pushed to DockerHub</a:t>
            </a:r>
          </a:p>
          <a:p>
            <a:r>
              <a:t>3. ArgoCD Monitors Git Repository</a:t>
            </a:r>
          </a:p>
          <a:p>
            <a:r>
              <a:t>4. Detects Change Automatically</a:t>
            </a:r>
          </a:p>
          <a:p>
            <a:r>
              <a:t>5. Syncs Kubernetes Deployment</a:t>
            </a:r>
          </a:p>
          <a:p>
            <a:r>
              <a:t>6. New Pod Deployed</a:t>
            </a:r>
          </a:p>
          <a:p>
            <a:r>
              <a:t>7. Trivy Operator Scans Running Pod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Multi-Layer Security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Build-Time Security: Trivy Image Scan</a:t>
            </a:r>
          </a:p>
          <a:p>
            <a:r>
              <a:t>AI-Based Remediation: Ollama Analysis</a:t>
            </a:r>
          </a:p>
          <a:p>
            <a:r>
              <a:t>Pull Request Review Process</a:t>
            </a:r>
          </a:p>
          <a:p>
            <a:r>
              <a:t>Registry Security: DockerHub</a:t>
            </a:r>
          </a:p>
          <a:p>
            <a:r>
              <a:t>GitOps Controlled Deployment: ArgoCD</a:t>
            </a:r>
          </a:p>
          <a:p>
            <a:r>
              <a:t>Runtime Security: Trivy Operator</a:t>
            </a:r>
          </a:p>
          <a:p>
            <a:r>
              <a:t>Self-Healing Kubernetes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Benefits of This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CI/CD</a:t>
            </a:r>
          </a:p>
          <a:p>
            <a:r>
              <a:t>AI-Driven Security Remediation</a:t>
            </a:r>
          </a:p>
          <a:p>
            <a:r>
              <a:t>GitOps-Based Deployment</a:t>
            </a:r>
          </a:p>
          <a:p>
            <a:r>
              <a:t>Continuous Vulnerability Monitoring</a:t>
            </a:r>
          </a:p>
          <a:p>
            <a:r>
              <a:t>Reduced Manual Intervention</a:t>
            </a:r>
          </a:p>
          <a:p>
            <a:r>
              <a:t>Production-Ready DevSecOps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239</Words>
  <Application>Microsoft Office PowerPoint</Application>
  <PresentationFormat>On-screen Show (4:3)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AI-Driven DevSecOps + GitOps Pipeline</vt:lpstr>
      <vt:lpstr>High Level Architecture Overview</vt:lpstr>
      <vt:lpstr>CI Pipeline Flow (GitHub Actions)</vt:lpstr>
      <vt:lpstr>CD &amp; GitOps Flow (ArgoCD)</vt:lpstr>
      <vt:lpstr>Multi-Layer Security Architecture</vt:lpstr>
      <vt:lpstr>Key Benefits of This Architecture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vindhya prasad</cp:lastModifiedBy>
  <cp:revision>2</cp:revision>
  <dcterms:created xsi:type="dcterms:W3CDTF">2013-01-27T09:14:16Z</dcterms:created>
  <dcterms:modified xsi:type="dcterms:W3CDTF">2026-02-23T04:49:50Z</dcterms:modified>
  <cp:category/>
</cp:coreProperties>
</file>